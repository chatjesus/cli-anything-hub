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WPS CLI Demo</a:t>
            </a:r>
            <a:endParaRPr lang="en-US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Wingdings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PRO</dc:creator>
  <cp:lastModifiedBy>PRO</cp:lastModifiedBy>
  <cp:revision>157</cp:revision>
  <dcterms:created xsi:type="dcterms:W3CDTF">2019-06-19T02:08:00Z</dcterms:created>
  <dcterms:modified xsi:type="dcterms:W3CDTF">2026-03-15T08:13:43Z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370BDBCFBF734979AE49F7F14B2E0E36_11</vt:lpwstr>
  </property>
</Properties>
</file>