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WPS CLI 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CLI-Anything 对比测试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第一章：功能概述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Writer / 表格 / 演示 三合一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