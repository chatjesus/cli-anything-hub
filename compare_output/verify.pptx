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功能验证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WPS CLI 全功能测试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所有命令全部通过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